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Projets de Recherche Opérationnelle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des 3 projets académiques</a:t>
            </a:r>
          </a:p>
          <a:p>
            <a:r>
              <a:t>1. VRP</a:t>
            </a:r>
          </a:p>
          <a:p>
            <a:r>
              <a:t>2. Ordonnancement</a:t>
            </a:r>
          </a:p>
          <a:p>
            <a:r>
              <a:t>3. Transport Nouadhibou-Nouakchott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1 : VRP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 Problème de Tournées de Véhicules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Objectifs (VRP)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Problème classique de logistique (Vehicle Routing Problem).</a:t>
            </a:r>
          </a:p>
          <a:p>
            <a:pPr/>
            <a:r>
              <a:t>Objectif : Minimiser le coût de transport global.</a:t>
            </a:r>
          </a:p>
          <a:p>
            <a:pPr/>
            <a:r>
              <a:t>Respecter les demandes de chaque client.</a:t>
            </a:r>
          </a:p>
          <a:p>
            <a:pPr/>
            <a:r>
              <a:t>S'assurer que la capacité de chaque véhicule n'est pas dépassée.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et Résolution (VRP)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Représentation sous forme de graphe (V, E).</a:t>
            </a:r>
          </a:p>
          <a:p>
            <a:pPr/>
            <a:r>
              <a:t>Variables binaires pour les itinéraires empruntés.</a:t>
            </a:r>
          </a:p>
          <a:p>
            <a:pPr/>
            <a:r>
              <a:t>Implémentation réalisée en Python (OR-Tools).</a:t>
            </a:r>
          </a:p>
          <a:p>
            <a:pPr/>
            <a:r>
              <a:t>Résolution visant à trouver le chemin le moins coûteux.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2 : Ordonnancement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Ordonnancement de Machines (Machine Scheduling)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Objectifs (Ordonnancement)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Allouer des machines pour exécuter différentes tâches dans le temps.</a:t>
            </a:r>
          </a:p>
          <a:p>
            <a:pPr/>
            <a:r>
              <a:t>Objectif principal : Minimiser le makespan (durée totale).</a:t>
            </a:r>
          </a:p>
          <a:p>
            <a:pPr/>
            <a:r>
              <a:t>Prise en compte des contraintes de précédence.</a:t>
            </a:r>
          </a:p>
          <a:p>
            <a:pPr/>
            <a:r>
              <a:t>Modèle type Job Shop ou Flow Shop.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et Résolution (Ordonnancement)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de temps de début pour chaque tâche.</a:t>
            </a:r>
          </a:p>
          <a:p>
            <a:pPr/>
            <a:r>
              <a:t>Contraintes disjonctives : une machine traite une tâche à la fois.</a:t>
            </a:r>
          </a:p>
          <a:p>
            <a:pPr/>
            <a:r>
              <a:t>Implémentation utilisant la programmation par contraintes (CP).</a:t>
            </a:r>
          </a:p>
          <a:p>
            <a:pPr/>
            <a:r>
              <a:t>Visualisation finale attendue sous forme de diagramme de Gantt.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3 : Logistique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Transport de Poisson (Nouadhibou - Nouakchott)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Objectifs (Transport Poisson)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Acheminement de produits halieutiques sur l'axe Nouadhibou-Nouakchott (~470 km).</a:t>
            </a:r>
          </a:p>
          <a:p>
            <a:pPr/>
            <a:r>
              <a:t>Enjeu majeur : Respecter strictement la chaîne du froid.</a:t>
            </a:r>
          </a:p>
          <a:p>
            <a:pPr/>
            <a:r>
              <a:t>Minimiser le temps de trajet et les coûts d'exploitation.</a:t>
            </a:r>
          </a:p>
          <a:p>
            <a:pPr/>
            <a:r>
              <a:t>Gérer une flotte de camions frigorifiques.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et Résolution (Transport Poisson)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Modélisé comme un VRPTW (VRP avec Fenêtres de Temps).</a:t>
            </a:r>
          </a:p>
          <a:p>
            <a:pPr/>
            <a:r>
              <a:t>Pénalités sévères ou contraintes strictes sur les retards.</a:t>
            </a:r>
          </a:p>
          <a:p>
            <a:pPr/>
            <a:r>
              <a:t>Solution développée avec Python et OR-Tools.</a:t>
            </a:r>
          </a:p>
          <a:p>
            <a:pPr/>
            <a:r>
              <a:t>Permet de garantir l'intégrité des produits livrés à destination.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Merci de votre attention.</a:t>
            </a:r>
          </a:p>
          <a:p>
            <a:r>
              <a:t>Codes disponibles dans le répertoire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